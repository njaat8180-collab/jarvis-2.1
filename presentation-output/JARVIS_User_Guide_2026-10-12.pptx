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content prepared by JARVIS.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ARVIS_BASE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16B72"/>
                </a:solidFill>
                <a:latin typeface="Nirmala UI"/>
                <a:ea typeface="Nirmala UI"/>
                <a:cs typeface="Nirmala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32004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16B72"/>
                </a:solidFill>
                <a:latin typeface="Nirmala UI"/>
                <a:ea typeface="Nirmala UI"/>
                <a:cs typeface="Nirmala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1042416"/>
            <a:ext cx="73152" cy="3886200"/>
          </a:xfrm>
          <a:prstGeom prst="rect">
            <a:avLst/>
          </a:prstGeom>
          <a:solidFill>
            <a:srgbClr val="316B72"/>
          </a:solidFill>
          <a:ln w="12700">
            <a:solidFill>
              <a:srgbClr val="316B7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" y="10972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8992" y="1828800"/>
            <a:ext cx="9601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User Guide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3438144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to use JARVIS and its voice-first computer workflows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4736592"/>
            <a:ext cx="8412480" cy="0"/>
          </a:xfrm>
          <a:prstGeom prst="line">
            <a:avLst/>
          </a:prstGeom>
          <a:noFill/>
          <a:ln w="25400">
            <a:solidFill>
              <a:srgbClr val="B27D42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6428232"/>
            <a:ext cx="10863072" cy="0"/>
          </a:xfrm>
          <a:prstGeom prst="line">
            <a:avLst/>
          </a:prstGeom>
          <a:noFill/>
          <a:ln w="10160">
            <a:solidFill>
              <a:srgbClr val="316B72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64922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KNOWLEDGE, CLEARLY PRESENTED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46988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01  /  15</a:t>
            </a:r>
            <a:endParaRPr lang="en-US" sz="900" dirty="0"/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" y="74980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User Guide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960120" cy="0"/>
          </a:xfrm>
          <a:prstGeom prst="line">
            <a:avLst/>
          </a:prstGeom>
          <a:noFill/>
          <a:ln w="30480">
            <a:solidFill>
              <a:srgbClr val="316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47672"/>
            <a:ext cx="10149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Speak naturally. JARVIS plans, acts and verifies.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96696" y="3529584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361188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472184" y="3456432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Use natural English, Hindi or Hinglish commands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96696" y="4215384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429768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472184" y="4142232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Built for reliable, explainable workflows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6428232"/>
            <a:ext cx="10863072" cy="0"/>
          </a:xfrm>
          <a:prstGeom prst="line">
            <a:avLst/>
          </a:prstGeom>
          <a:noFill/>
          <a:ln w="10160">
            <a:solidFill>
              <a:srgbClr val="316B72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64922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KNOWLEDGE, CLEARLY PRESENTED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46988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02  /  15</a:t>
            </a:r>
            <a:endParaRPr lang="en-US" sz="900" dirty="0"/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" y="74980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Getting Started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960120" cy="0"/>
          </a:xfrm>
          <a:prstGeom prst="line">
            <a:avLst/>
          </a:prstGeom>
          <a:noFill/>
          <a:ln w="30480">
            <a:solidFill>
              <a:srgbClr val="316B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01952"/>
            <a:ext cx="5294376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01952"/>
            <a:ext cx="64008" cy="1353312"/>
          </a:xfrm>
          <a:prstGeom prst="rect">
            <a:avLst/>
          </a:prstGeom>
          <a:solidFill>
            <a:srgbClr val="316B72"/>
          </a:solidFill>
          <a:ln w="12700">
            <a:solidFill>
              <a:srgbClr val="316B7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066544"/>
            <a:ext cx="4910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Launch JARVIS and complete the health or preflight check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08776" y="1901952"/>
            <a:ext cx="5294376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08776" y="1901952"/>
            <a:ext cx="64008" cy="1353312"/>
          </a:xfrm>
          <a:prstGeom prst="rect">
            <a:avLst/>
          </a:prstGeom>
          <a:solidFill>
            <a:srgbClr val="316B72"/>
          </a:solidFill>
          <a:ln w="12700">
            <a:solidFill>
              <a:srgbClr val="316B7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2066544"/>
            <a:ext cx="4910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Keep Sarvam AI available for cloud intelligence and Ollama ready as local fallback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" y="3419856"/>
            <a:ext cx="5294376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419856"/>
            <a:ext cx="64008" cy="1353312"/>
          </a:xfrm>
          <a:prstGeom prst="rect">
            <a:avLst/>
          </a:prstGeom>
          <a:solidFill>
            <a:srgbClr val="316B72"/>
          </a:solidFill>
          <a:ln w="12700">
            <a:solidFill>
              <a:srgbClr val="316B7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584448"/>
            <a:ext cx="4910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For Computer Use, share the full desktop only when you want screen control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6428232"/>
            <a:ext cx="10863072" cy="0"/>
          </a:xfrm>
          <a:prstGeom prst="line">
            <a:avLst/>
          </a:prstGeom>
          <a:noFill/>
          <a:ln w="10160">
            <a:solidFill>
              <a:srgbClr val="316B72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64922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KNOWLEDGE, CLEARLY PRESENTED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46988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03  /  15</a:t>
            </a:r>
            <a:endParaRPr lang="en-US" sz="900" dirty="0"/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" y="74980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Voice and Chat Commands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960120" cy="0"/>
          </a:xfrm>
          <a:prstGeom prst="line">
            <a:avLst/>
          </a:prstGeom>
          <a:noFill/>
          <a:ln w="30480">
            <a:solidFill>
              <a:srgbClr val="316B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221992"/>
            <a:ext cx="9966960" cy="0"/>
          </a:xfrm>
          <a:prstGeom prst="line">
            <a:avLst/>
          </a:prstGeom>
          <a:noFill/>
          <a:ln w="25400">
            <a:solidFill>
              <a:srgbClr val="DC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267712"/>
            <a:ext cx="345033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267712"/>
            <a:ext cx="64008" cy="1298448"/>
          </a:xfrm>
          <a:prstGeom prst="rect">
            <a:avLst/>
          </a:prstGeom>
          <a:solidFill>
            <a:srgbClr val="316B72"/>
          </a:solidFill>
          <a:ln w="12700">
            <a:solidFill>
              <a:srgbClr val="316B7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14016"/>
            <a:ext cx="3084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Say a direct request such 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798064"/>
            <a:ext cx="3084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“Jarvis, open Minecraft”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4736" y="2267712"/>
            <a:ext cx="345033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4736" y="2267712"/>
            <a:ext cx="64008" cy="1298448"/>
          </a:xfrm>
          <a:prstGeom prst="rect">
            <a:avLst/>
          </a:prstGeom>
          <a:solidFill>
            <a:srgbClr val="316B72"/>
          </a:solidFill>
          <a:ln w="12700">
            <a:solidFill>
              <a:srgbClr val="316B7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5904" y="2414016"/>
            <a:ext cx="3084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Use Hindi or Hinglish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65904" y="2798064"/>
            <a:ext cx="3084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“Microsoft Store खोलो और cloud search करो”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6240" y="2267712"/>
            <a:ext cx="345033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6240" y="2267712"/>
            <a:ext cx="64008" cy="1298448"/>
          </a:xfrm>
          <a:prstGeom prst="rect">
            <a:avLst/>
          </a:prstGeom>
          <a:solidFill>
            <a:srgbClr val="316B72"/>
          </a:solidFill>
          <a:ln w="12700">
            <a:solidFill>
              <a:srgbClr val="316B7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7408" y="2432304"/>
            <a:ext cx="30662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Ask JARVIS to explain, search, create files or control a local system feature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" y="6428232"/>
            <a:ext cx="10863072" cy="0"/>
          </a:xfrm>
          <a:prstGeom prst="line">
            <a:avLst/>
          </a:prstGeom>
          <a:noFill/>
          <a:ln w="10160">
            <a:solidFill>
              <a:srgbClr val="316B72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64922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KNOWLEDGE, CLEARLY PRESENTED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46988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04  /  15</a:t>
            </a:r>
            <a:endParaRPr lang="en-US" sz="900" dirty="0"/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" y="74980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Intent Routing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960120" cy="0"/>
          </a:xfrm>
          <a:prstGeom prst="line">
            <a:avLst/>
          </a:prstGeom>
          <a:noFill/>
          <a:ln w="30480">
            <a:solidFill>
              <a:srgbClr val="316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74520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LOCAL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82512" y="1874520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212848"/>
            <a:ext cx="5230368" cy="2962656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6208" y="2212848"/>
            <a:ext cx="5230368" cy="2962656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560320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64261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499616" y="2487168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Local commands stay local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99616" y="2834640"/>
            <a:ext cx="4233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shutdown, volume, app launch and Computer Use do not go to 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24128" y="3520440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60273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499616" y="3447288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AI questions use Sarvam first and Ollama when local fallback is available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10528" y="2560320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64261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986016" y="2487168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If a provider is unavailable, JARVIS reports it clearly instead of pretending success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" y="6428232"/>
            <a:ext cx="10863072" cy="0"/>
          </a:xfrm>
          <a:prstGeom prst="line">
            <a:avLst/>
          </a:prstGeom>
          <a:noFill/>
          <a:ln w="10160">
            <a:solidFill>
              <a:srgbClr val="316B72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64922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KNOWLEDGE, CLEARLY PRESENTED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46988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05  /  15</a:t>
            </a:r>
            <a:endParaRPr lang="en-US" sz="900" dirty="0"/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" y="74980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Computer Use and AccessOS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960120" cy="0"/>
          </a:xfrm>
          <a:prstGeom prst="line">
            <a:avLst/>
          </a:prstGeom>
          <a:noFill/>
          <a:ln w="30480">
            <a:solidFill>
              <a:srgbClr val="316B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011680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09397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554480" y="1938528"/>
            <a:ext cx="9582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Say “start AccessOS” or directly describe the task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8992" y="2962656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044952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54480" y="2889504"/>
            <a:ext cx="9582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can find visible controls, click, type, scroll, drag and press keys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78992" y="3913632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995928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54480" y="3840480"/>
            <a:ext cx="9582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Every risky action needs approval, the blue or green focus border shows active control, and Emergency Stop cancels the session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6428232"/>
            <a:ext cx="10863072" cy="0"/>
          </a:xfrm>
          <a:prstGeom prst="line">
            <a:avLst/>
          </a:prstGeom>
          <a:noFill/>
          <a:ln w="10160">
            <a:solidFill>
              <a:srgbClr val="316B72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64922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KNOWLEDGE, CLEARLY PRESENTED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46988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06  /  15</a:t>
            </a:r>
            <a:endParaRPr lang="en-US" sz="900" dirty="0"/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" y="74980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Screen Understanding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960120" cy="0"/>
          </a:xfrm>
          <a:prstGeom prst="line">
            <a:avLst/>
          </a:prstGeom>
          <a:noFill/>
          <a:ln w="30480">
            <a:solidFill>
              <a:srgbClr val="316B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011680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09397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554480" y="1938528"/>
            <a:ext cx="9582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inspects the shared screen before choosing a target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8992" y="2962656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044952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54480" y="2889504"/>
            <a:ext cx="9582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It uses alternate labels when an app says Launch, Start, Play, Get or Install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78992" y="3913632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995928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54480" y="3840480"/>
            <a:ext cx="9582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Low confidence, missing targets or changed screens cause a safe pause instead of a blind click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6428232"/>
            <a:ext cx="10863072" cy="0"/>
          </a:xfrm>
          <a:prstGeom prst="line">
            <a:avLst/>
          </a:prstGeom>
          <a:noFill/>
          <a:ln w="10160">
            <a:solidFill>
              <a:srgbClr val="316B72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64922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KNOWLEDGE, CLEARLY PRESENTED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46988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07  /  15</a:t>
            </a:r>
            <a:endParaRPr lang="en-US" sz="900" dirty="0"/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" y="74980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Multi-step App Workflows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960120" cy="0"/>
          </a:xfrm>
          <a:prstGeom prst="line">
            <a:avLst/>
          </a:prstGeom>
          <a:noFill/>
          <a:ln w="30480">
            <a:solidFill>
              <a:srgbClr val="316B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221992"/>
            <a:ext cx="9966960" cy="0"/>
          </a:xfrm>
          <a:prstGeom prst="line">
            <a:avLst/>
          </a:prstGeom>
          <a:noFill/>
          <a:ln w="25400">
            <a:solidFill>
              <a:srgbClr val="DC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267712"/>
            <a:ext cx="345033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267712"/>
            <a:ext cx="64008" cy="1298448"/>
          </a:xfrm>
          <a:prstGeom prst="rect">
            <a:avLst/>
          </a:prstGeom>
          <a:solidFill>
            <a:srgbClr val="316B72"/>
          </a:solidFill>
          <a:ln w="12700">
            <a:solidFill>
              <a:srgbClr val="316B7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14016"/>
            <a:ext cx="3084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98064"/>
            <a:ext cx="3084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“Open Minecraft” and JARVIS finds an installed launcher without changing the selected version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4736" y="2267712"/>
            <a:ext cx="345033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4736" y="2267712"/>
            <a:ext cx="64008" cy="1298448"/>
          </a:xfrm>
          <a:prstGeom prst="rect">
            <a:avLst/>
          </a:prstGeom>
          <a:solidFill>
            <a:srgbClr val="316B72"/>
          </a:solidFill>
          <a:ln w="12700">
            <a:solidFill>
              <a:srgbClr val="316B7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5904" y="2414016"/>
            <a:ext cx="3084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65904" y="2798064"/>
            <a:ext cx="3084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“Join the first Survival world” and each step is located and verified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6240" y="2267712"/>
            <a:ext cx="345033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6240" y="2267712"/>
            <a:ext cx="64008" cy="1298448"/>
          </a:xfrm>
          <a:prstGeom prst="rect">
            <a:avLst/>
          </a:prstGeom>
          <a:solidFill>
            <a:srgbClr val="316B72"/>
          </a:solidFill>
          <a:ln w="12700">
            <a:solidFill>
              <a:srgbClr val="316B7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7408" y="2432304"/>
            <a:ext cx="30662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For any app task, JARVIS searches the official listing, checks the offer status and asks before download or install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" y="6428232"/>
            <a:ext cx="10863072" cy="0"/>
          </a:xfrm>
          <a:prstGeom prst="line">
            <a:avLst/>
          </a:prstGeom>
          <a:noFill/>
          <a:ln w="10160">
            <a:solidFill>
              <a:srgbClr val="316B72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64922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KNOWLEDGE, CLEARLY PRESENTED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46988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08  /  15</a:t>
            </a:r>
            <a:endParaRPr lang="en-US" sz="900" dirty="0"/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" y="74980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Official Download Safety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960120" cy="0"/>
          </a:xfrm>
          <a:prstGeom prst="line">
            <a:avLst/>
          </a:prstGeom>
          <a:noFill/>
          <a:ln w="30480">
            <a:solidFill>
              <a:srgbClr val="316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47672"/>
            <a:ext cx="10149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Official source first. Approval before download.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96696" y="3529584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361188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472184" y="3456432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Paid or unclear pricing stops the workflow before download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96696" y="4215384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429768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472184" y="4142232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does not search for cracked or pirated software; it can suggest legal alternatives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6428232"/>
            <a:ext cx="10863072" cy="0"/>
          </a:xfrm>
          <a:prstGeom prst="line">
            <a:avLst/>
          </a:prstGeom>
          <a:noFill/>
          <a:ln w="10160">
            <a:solidFill>
              <a:srgbClr val="316B72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64922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KNOWLEDGE, CLEARLY PRESENTED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46988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09  /  15</a:t>
            </a:r>
            <a:endParaRPr lang="en-US" sz="900" dirty="0"/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" y="74980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Task Memory and Replay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960120" cy="0"/>
          </a:xfrm>
          <a:prstGeom prst="line">
            <a:avLst/>
          </a:prstGeom>
          <a:noFill/>
          <a:ln w="30480">
            <a:solidFill>
              <a:srgbClr val="316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74520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CORE IDEA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82512" y="1874520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 PRACTICE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212848"/>
            <a:ext cx="5230368" cy="2962656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6208" y="2212848"/>
            <a:ext cx="5230368" cy="2962656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560320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64261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499616" y="2487168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Completed workflows are remembered locally as verified steps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24128" y="3520440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60273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499616" y="3447288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Say “repeat the last task” or “पिछला काम फिर से करो” to replay safely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10528" y="2560320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264261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986016" y="2487168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Replay performs a fresh screen scan and keeps approval and verification enabled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6428232"/>
            <a:ext cx="10863072" cy="0"/>
          </a:xfrm>
          <a:prstGeom prst="line">
            <a:avLst/>
          </a:prstGeom>
          <a:noFill/>
          <a:ln w="10160">
            <a:solidFill>
              <a:srgbClr val="316B72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64922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KNOWLEDGE, CLEARLY PRESENTED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46988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10  /  15</a:t>
            </a:r>
            <a:endParaRPr lang="en-US" sz="900" dirty="0"/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" y="74980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Create Presentations and Files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960120" cy="0"/>
          </a:xfrm>
          <a:prstGeom prst="line">
            <a:avLst/>
          </a:prstGeom>
          <a:noFill/>
          <a:ln w="30480">
            <a:solidFill>
              <a:srgbClr val="316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47672"/>
            <a:ext cx="101498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Ask for a PPT, PDF, DOCX, XLSX, CSV or ZIP in natural language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96696" y="3529584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361188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472184" y="3456432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validates the requested output and verifies that the file was saved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96696" y="4215384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429768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472184" y="4142232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Presentation images use balanced frames and preserved aspect ratios for cleaner slides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6428232"/>
            <a:ext cx="10863072" cy="0"/>
          </a:xfrm>
          <a:prstGeom prst="line">
            <a:avLst/>
          </a:prstGeom>
          <a:noFill/>
          <a:ln w="10160">
            <a:solidFill>
              <a:srgbClr val="316B72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64922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KNOWLEDGE, CLEARLY PRESENTED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46988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11  /  15</a:t>
            </a:r>
            <a:endParaRPr lang="en-US" sz="900" dirty="0"/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" y="74980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Mission HUD and Evidence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960120" cy="0"/>
          </a:xfrm>
          <a:prstGeom prst="line">
            <a:avLst/>
          </a:prstGeom>
          <a:noFill/>
          <a:ln w="30480">
            <a:solidFill>
              <a:srgbClr val="316B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011680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09397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554480" y="1938528"/>
            <a:ext cx="9582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Mission Control shows the plan, current step, confidence and verification state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8992" y="2962656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044952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54480" y="2889504"/>
            <a:ext cx="9582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 evidence card explains why JARVIS selected a target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78992" y="3913632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995928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54480" y="3840480"/>
            <a:ext cx="9582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At the end, JARVIS reports completed steps, proof and any safe pause reason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6428232"/>
            <a:ext cx="10863072" cy="0"/>
          </a:xfrm>
          <a:prstGeom prst="line">
            <a:avLst/>
          </a:prstGeom>
          <a:noFill/>
          <a:ln w="10160">
            <a:solidFill>
              <a:srgbClr val="316B72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64922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KNOWLEDGE, CLEARLY PRESENTED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46988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12  /  15</a:t>
            </a:r>
            <a:endParaRPr lang="en-US" sz="900" dirty="0"/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" y="74980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Recovery and Troubleshooting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960120" cy="0"/>
          </a:xfrm>
          <a:prstGeom prst="line">
            <a:avLst/>
          </a:prstGeom>
          <a:noFill/>
          <a:ln w="30480">
            <a:solidFill>
              <a:srgbClr val="316B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01952"/>
            <a:ext cx="5294376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01952"/>
            <a:ext cx="64008" cy="1353312"/>
          </a:xfrm>
          <a:prstGeom prst="rect">
            <a:avLst/>
          </a:prstGeom>
          <a:solidFill>
            <a:srgbClr val="316B72"/>
          </a:solidFill>
          <a:ln w="12700">
            <a:solidFill>
              <a:srgbClr val="316B7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066544"/>
            <a:ext cx="4910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If Ollama is offline, local commands still work and AI requests report the provider 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08776" y="1901952"/>
            <a:ext cx="5294376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08776" y="1901952"/>
            <a:ext cx="64008" cy="1353312"/>
          </a:xfrm>
          <a:prstGeom prst="rect">
            <a:avLst/>
          </a:prstGeom>
          <a:solidFill>
            <a:srgbClr val="316B72"/>
          </a:solidFill>
          <a:ln w="12700">
            <a:solidFill>
              <a:srgbClr val="316B7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2066544"/>
            <a:ext cx="4910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If a target moves or a screen changes, JARVIS rescans with bounded retries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" y="3419856"/>
            <a:ext cx="5294376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419856"/>
            <a:ext cx="64008" cy="1353312"/>
          </a:xfrm>
          <a:prstGeom prst="rect">
            <a:avLst/>
          </a:prstGeom>
          <a:solidFill>
            <a:srgbClr val="316B72"/>
          </a:solidFill>
          <a:ln w="12700">
            <a:solidFill>
              <a:srgbClr val="316B7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584448"/>
            <a:ext cx="4910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Before an event, run preflight, test the microphone, verify screen-share permissions and rehearse one demo workflow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6428232"/>
            <a:ext cx="10863072" cy="0"/>
          </a:xfrm>
          <a:prstGeom prst="line">
            <a:avLst/>
          </a:prstGeom>
          <a:noFill/>
          <a:ln w="10160">
            <a:solidFill>
              <a:srgbClr val="316B72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64922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KNOWLEDGE, CLEARLY PRESENTED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46988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13  /  15</a:t>
            </a:r>
            <a:endParaRPr lang="en-US" sz="900" dirty="0"/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" y="74980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Recommended Demo Flow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960120" cy="0"/>
          </a:xfrm>
          <a:prstGeom prst="line">
            <a:avLst/>
          </a:prstGeom>
          <a:noFill/>
          <a:ln w="30480">
            <a:solidFill>
              <a:srgbClr val="316B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221992"/>
            <a:ext cx="9966960" cy="0"/>
          </a:xfrm>
          <a:prstGeom prst="line">
            <a:avLst/>
          </a:prstGeom>
          <a:noFill/>
          <a:ln w="25400">
            <a:solidFill>
              <a:srgbClr val="DC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267712"/>
            <a:ext cx="345033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267712"/>
            <a:ext cx="64008" cy="1298448"/>
          </a:xfrm>
          <a:prstGeom prst="rect">
            <a:avLst/>
          </a:prstGeom>
          <a:solidFill>
            <a:srgbClr val="316B72"/>
          </a:solidFill>
          <a:ln w="12700">
            <a:solidFill>
              <a:srgbClr val="316B7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14016"/>
            <a:ext cx="3084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798064"/>
            <a:ext cx="3084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“Jarvis, open Minecraft”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4736" y="2267712"/>
            <a:ext cx="345033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4736" y="2267712"/>
            <a:ext cx="64008" cy="1298448"/>
          </a:xfrm>
          <a:prstGeom prst="rect">
            <a:avLst/>
          </a:prstGeom>
          <a:solidFill>
            <a:srgbClr val="316B72"/>
          </a:solidFill>
          <a:ln w="12700">
            <a:solidFill>
              <a:srgbClr val="316B7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5904" y="2432304"/>
            <a:ext cx="30662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Ask it to locate Play, keep the selected version and join the first Survival world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16240" y="2267712"/>
            <a:ext cx="3450336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6240" y="2267712"/>
            <a:ext cx="64008" cy="1298448"/>
          </a:xfrm>
          <a:prstGeom prst="rect">
            <a:avLst/>
          </a:prstGeom>
          <a:solidFill>
            <a:srgbClr val="316B72"/>
          </a:solidFill>
          <a:ln w="12700">
            <a:solidFill>
              <a:srgbClr val="316B7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7408" y="2432304"/>
            <a:ext cx="306628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Show the live plan, approval card, blue focus border and final verification report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6428232"/>
            <a:ext cx="10863072" cy="0"/>
          </a:xfrm>
          <a:prstGeom prst="line">
            <a:avLst/>
          </a:prstGeom>
          <a:noFill/>
          <a:ln w="10160">
            <a:solidFill>
              <a:srgbClr val="316B72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64922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KNOWLEDGE, CLEARLY PRESENTED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46988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14  /  15</a:t>
            </a:r>
            <a:endParaRPr lang="en-US" sz="900" dirty="0"/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F7F9"/>
          </a:solidFill>
          <a:ln w="12700">
            <a:solidFill>
              <a:srgbClr val="F5F7F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94944" y="74980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Safety Summary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960120" cy="0"/>
          </a:xfrm>
          <a:prstGeom prst="line">
            <a:avLst/>
          </a:prstGeom>
          <a:noFill/>
          <a:ln w="30480">
            <a:solidFill>
              <a:srgbClr val="316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74520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CORE IDEA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82512" y="1874520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 PRACTICE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212848"/>
            <a:ext cx="5230368" cy="2962656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6208" y="2212848"/>
            <a:ext cx="5230368" cy="2962656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0160">
            <a:solidFill>
              <a:srgbClr val="DC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560320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64261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499616" y="2487168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is approval-gated and fails closed when it cannot verify an 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24128" y="3520440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60273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499616" y="3447288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Emergency Stop is always available during Computer Use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10528" y="2560320"/>
            <a:ext cx="310896" cy="310896"/>
          </a:xfrm>
          <a:prstGeom prst="ellipse">
            <a:avLst/>
          </a:prstGeom>
          <a:solidFill>
            <a:srgbClr val="F5F7F9"/>
          </a:solidFill>
          <a:ln w="16510">
            <a:solidFill>
              <a:srgbClr val="316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264261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986016" y="2487168"/>
            <a:ext cx="4233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02D3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Use the latest packaged build and perform one real Windows smoke test before presenting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6428232"/>
            <a:ext cx="10863072" cy="0"/>
          </a:xfrm>
          <a:prstGeom prst="line">
            <a:avLst/>
          </a:prstGeom>
          <a:noFill/>
          <a:ln w="10160">
            <a:solidFill>
              <a:srgbClr val="316B72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64922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4727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JARVIS  /  KNOWLEDGE, CLEARLY PRESENTED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46988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16B7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15  /  15</a:t>
            </a:r>
            <a:endParaRPr lang="en-US" sz="900" dirty="0"/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irmala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irmala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JARVIS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JARVIS User Guide</dc:title>
  <dc:subject>Presentation about JARVIS User Guide</dc:subject>
  <dc:creator>JARVIS</dc:creator>
  <cp:lastModifiedBy>JARVIS</cp:lastModifiedBy>
  <cp:revision>1</cp:revision>
  <dcterms:created xsi:type="dcterms:W3CDTF">2026-10-12T07:56:27Z</dcterms:created>
  <dcterms:modified xsi:type="dcterms:W3CDTF">2026-10-12T07:56:27Z</dcterms:modified>
</cp:coreProperties>
</file>